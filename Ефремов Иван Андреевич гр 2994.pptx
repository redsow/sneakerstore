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A1A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0DB3-A8FF-4ABB-9E2E-D96042226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25308"/>
          </a:xfrm>
        </p:spPr>
        <p:txBody>
          <a:bodyPr anchor="b">
            <a:normAutofit/>
          </a:bodyPr>
          <a:lstStyle>
            <a:lvl1pPr algn="ctr">
              <a:defRPr sz="6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EE0618-75D7-410F-859C-CDF53BC53E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86729"/>
            <a:ext cx="9144000" cy="1135529"/>
          </a:xfrm>
        </p:spPr>
        <p:txBody>
          <a:bodyPr>
            <a:normAutofit/>
          </a:bodyPr>
          <a:lstStyle>
            <a:lvl1pPr marL="0" indent="0" algn="ctr">
              <a:lnSpc>
                <a:spcPct val="12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37F11-76DB-4DD9-9747-3F38D05BA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59F581-81B0-44B3-ABA5-A25CA4BAE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10D591-ADCF-4300-8282-72AE357F3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121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75558-A264-444E-829B-51AAE6B4BF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D9373-37D1-4135-8D34-755E139F79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5E4A6B-1966-4E57-9FB8-8B111E97BC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4/29/2024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FC3DD-F2BE-41FF-895B-00129AAB15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F830C-8424-4FAF-A011-605AE1D14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567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A1BE8-ECC1-4027-B16E-C7BECCA9D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46C7E1-471A-46AA-8068-98E68C0C20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C9F8F-EC48-4D16-B4C6-023A7B607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FA5B3-F726-417B-932A-B93E0C8F5A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7D21F1-1A24-43EA-AB09-3024C491E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607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E16569-B648-4D50-BEB8-E8DAE24D68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831B3-A1FD-470C-BEEE-4CFB441502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F34A17-C244-438C-9AE3-FB9B3CE3BD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4493"/>
            <a:ext cx="5181600" cy="42524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CFA3AA-3FC1-4B98-8F99-1726F1AC0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E10883-BACC-41A1-9067-ECFDB937D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7660A2-13C9-4432-A6EB-A4FF3D78F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0851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7C843-C993-4E9C-80DD-3620816E56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91A8E3-B066-4511-9C6E-A3435B64DD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73432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86B63-4102-4802-94D7-F138F80F3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5823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924765-08A7-4A60-86DC-DC420F60BB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73432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AA2795-EFB6-4000-8F25-FBB62646C0C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5823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942CFB-FE12-494A-9C41-3CB90F07B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3A07E3-59E1-4EBD-9687-4B6ABE96AC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CF7BB23-7539-4674-8B66-ACEFF9468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1659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841DB-C73C-4968-B434-A6AA14DAF6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8152BF-92C7-4BF5-A9DB-16A0BF0F5F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289DB7-F492-4037-A439-D70F7E5565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FA96F1-8B8A-4E83-B3C2-E10DE522A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676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8031033-9688-463F-9614-47F2F5BC6B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5B8DB2-C14B-45AC-ACAF-8702DF59C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01DA57-8D4E-4075-9460-4F03DF8A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931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2CBE2C-9DAA-489D-AC88-15CBBA8A9B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124BE-E494-445A-A4FB-A2A8F28F0C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2446DE-9A32-4774-9F7C-86678CA90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00115D-61B3-46D0-B4D3-30C374B52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3C2AFC-D0F8-469F-B1E0-123C2E066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9BCDA-9EF7-4531-8021-AF7B30751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104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AE558-F89F-4688-94E5-77F37D49F1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BCD35AF-8CA2-49BB-BAE9-F29A0186EC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5CAA98-55BD-4118-A8AF-D603060784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BFF4C5-82A8-4AD8-B7E2-2882F6576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60B401-B64F-417B-8AD6-581A22E5E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BD4C-7149-44BF-8150-F72CAA95A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427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3E5C77-55F8-4677-A96C-E6D3F5545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A064EF-ADDA-4943-8F87-A7469D7997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B0D493-D1E7-4358-95E9-B5B80A49E6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98326-3276-4B9E-960F-10C6677BFA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4C3AC2-288D-4FEE-BF80-0EAEDDFAB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2001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333C6A-5417-40BD-BF7A-9405832237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3BCB45-B343-46F6-9718-AA0D68CED1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BDA2A4-FD34-4E17-908F-4367B1E64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AACC7-3B3F-47D1-959A-EF58926E955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B87AE3-776D-451D-AA52-C06B74724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A0C4D5-BE1E-4D6A-9196-E0F9E42B2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62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436E0F2-A64B-471E-93C0-8DFE08CC57C8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119718" cy="68580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C1E3AB1-2A8C-4607-9FAE-D8BDB280FE1A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903768" cy="65436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6D66059-832F-40B6-A35F-F56C8F38A1E7}"/>
              </a:ext>
            </a:extLst>
          </p:cNvPr>
          <p:cNvCxnSpPr>
            <a:cxnSpLocks/>
          </p:cNvCxnSpPr>
          <p:nvPr/>
        </p:nvCxnSpPr>
        <p:spPr>
          <a:xfrm flipH="1" flipV="1">
            <a:off x="-42863" y="5791200"/>
            <a:ext cx="6286501" cy="1066801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515E2ED-7EA9-448D-83FA-54C3DF9723BD}"/>
              </a:ext>
            </a:extLst>
          </p:cNvPr>
          <p:cNvCxnSpPr>
            <a:cxnSpLocks/>
          </p:cNvCxnSpPr>
          <p:nvPr/>
        </p:nvCxnSpPr>
        <p:spPr>
          <a:xfrm flipH="1">
            <a:off x="8462964" y="5848350"/>
            <a:ext cx="3729036" cy="100965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20595356-EABD-4767-AC9D-EA21FF115EC0}"/>
              </a:ext>
            </a:extLst>
          </p:cNvPr>
          <p:cNvCxnSpPr>
            <a:cxnSpLocks/>
          </p:cNvCxnSpPr>
          <p:nvPr/>
        </p:nvCxnSpPr>
        <p:spPr>
          <a:xfrm flipH="1">
            <a:off x="11543158" y="1647825"/>
            <a:ext cx="648842" cy="52101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28CD9F06-9628-469C-B788-A894E3E08281}"/>
              </a:ext>
            </a:extLst>
          </p:cNvPr>
          <p:cNvCxnSpPr>
            <a:cxnSpLocks/>
          </p:cNvCxnSpPr>
          <p:nvPr/>
        </p:nvCxnSpPr>
        <p:spPr>
          <a:xfrm flipH="1" flipV="1">
            <a:off x="10781554" y="0"/>
            <a:ext cx="1410446" cy="4258340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550A431-0B61-421B-B4B7-24C0CFF0F938}"/>
              </a:ext>
            </a:extLst>
          </p:cNvPr>
          <p:cNvCxnSpPr>
            <a:cxnSpLocks/>
          </p:cNvCxnSpPr>
          <p:nvPr/>
        </p:nvCxnSpPr>
        <p:spPr>
          <a:xfrm flipH="1" flipV="1">
            <a:off x="6529388" y="-4763"/>
            <a:ext cx="5662612" cy="93197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75B94C5-D205-4339-B029-5D0FD2E5F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9906000" cy="13821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96DC5C-BD34-4CE4-8AA7-A6A4B9516F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43000" y="2009554"/>
            <a:ext cx="9906000" cy="402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192A7-D622-449D-9FC2-48FDE4D690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337102" y="6398878"/>
            <a:ext cx="4193908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11EAACC7-3B3F-47D1-959A-EF58926E955E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5B93C-2BE9-4847-BFE5-D3CBCC6E94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429" y="6398878"/>
            <a:ext cx="4497315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 b="1" spc="30" baseline="0">
                <a:solidFill>
                  <a:schemeClr val="tx2"/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F70A99-395E-4F22-8AAB-6C7EE743D7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02477" y="6398878"/>
            <a:ext cx="470887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100">
                <a:solidFill>
                  <a:schemeClr val="tx2"/>
                </a:solidFill>
                <a:latin typeface="+mn-lt"/>
              </a:defRPr>
            </a:lvl1pPr>
          </a:lstStyle>
          <a:p>
            <a:fld id="{312CC964-A50B-4C29-B4E4-2C30BB34CC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254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62" r:id="rId4"/>
    <p:sldLayoutId id="2147483663" r:id="rId5"/>
    <p:sldLayoutId id="2147483668" r:id="rId6"/>
    <p:sldLayoutId id="2147483664" r:id="rId7"/>
    <p:sldLayoutId id="2147483665" r:id="rId8"/>
    <p:sldLayoutId id="2147483666" r:id="rId9"/>
    <p:sldLayoutId id="2147483667" r:id="rId10"/>
    <p:sldLayoutId id="214748366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i="1" kern="1200" cap="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SzPct val="80000"/>
        <a:buFont typeface="Arial" panose="020B0604020202020204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2950D9A-4705-4314-961A-4F88B2CE41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D5FBC3-1D6A-40CB-BD05-69FC0FAA11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4899" y="5235387"/>
            <a:ext cx="6933112" cy="357339"/>
          </a:xfrm>
        </p:spPr>
        <p:txBody>
          <a:bodyPr>
            <a:normAutofit/>
          </a:bodyPr>
          <a:lstStyle/>
          <a:p>
            <a:pPr algn="l"/>
            <a:r>
              <a:rPr lang="ru-RU" sz="1400" b="1" i="0" dirty="0"/>
              <a:t>Ефремов Иван Андреевич </a:t>
            </a:r>
            <a:r>
              <a:rPr lang="ru-RU" sz="1400" b="1" i="0" dirty="0" err="1"/>
              <a:t>гр</a:t>
            </a:r>
            <a:r>
              <a:rPr lang="ru-RU" sz="1400" b="1" i="0" dirty="0"/>
              <a:t> 2994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2F84D6D-1678-4699-848C-7F0FE73E8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600" y="2170708"/>
            <a:ext cx="6677026" cy="626280"/>
          </a:xfrm>
        </p:spPr>
        <p:txBody>
          <a:bodyPr>
            <a:noAutofit/>
          </a:bodyPr>
          <a:lstStyle/>
          <a:p>
            <a:pPr algn="l"/>
            <a:r>
              <a:rPr lang="ru-RU" sz="4000" dirty="0">
                <a:solidFill>
                  <a:schemeClr val="accent2"/>
                </a:solidFill>
              </a:rPr>
              <a:t>Интернет-магазин </a:t>
            </a:r>
            <a:r>
              <a:rPr lang="en-US" sz="4000" dirty="0" err="1">
                <a:solidFill>
                  <a:schemeClr val="accent2"/>
                </a:solidFill>
              </a:rPr>
              <a:t>Sneakerstore</a:t>
            </a:r>
            <a:endParaRPr lang="ru-RU" sz="4000" dirty="0">
              <a:solidFill>
                <a:schemeClr val="accent2"/>
              </a:solidFill>
            </a:endParaRPr>
          </a:p>
        </p:txBody>
      </p:sp>
      <p:pic>
        <p:nvPicPr>
          <p:cNvPr id="4" name="Picture 3" descr="Жигсав головоломки в пластикх">
            <a:extLst>
              <a:ext uri="{FF2B5EF4-FFF2-40B4-BE49-F238E27FC236}">
                <a16:creationId xmlns:a16="http://schemas.microsoft.com/office/drawing/2014/main" id="{3B01176B-DCBF-A996-119F-17FE07B74FD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275" r="30105" b="-2"/>
          <a:stretch/>
        </p:blipFill>
        <p:spPr>
          <a:xfrm>
            <a:off x="8658226" y="-4762"/>
            <a:ext cx="3541857" cy="6886079"/>
          </a:xfrm>
          <a:custGeom>
            <a:avLst/>
            <a:gdLst/>
            <a:ahLst/>
            <a:cxnLst/>
            <a:rect l="l" t="t" r="r" b="b"/>
            <a:pathLst>
              <a:path w="3541857" h="6886079">
                <a:moveTo>
                  <a:pt x="1248072" y="0"/>
                </a:moveTo>
                <a:lnTo>
                  <a:pt x="3541857" y="0"/>
                </a:lnTo>
                <a:lnTo>
                  <a:pt x="3541857" y="6886079"/>
                </a:lnTo>
                <a:lnTo>
                  <a:pt x="0" y="6864521"/>
                </a:lnTo>
                <a:close/>
              </a:path>
            </a:pathLst>
          </a:cu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3AC671C-E66F-43C5-A66A-C477339DD2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8878186" y="1"/>
            <a:ext cx="345294" cy="6881315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E10AC2-20ED-4628-9A8E-14F8437B5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 flipV="1">
            <a:off x="6794205" y="-4764"/>
            <a:ext cx="5397796" cy="1041438"/>
          </a:xfrm>
          <a:prstGeom prst="line">
            <a:avLst/>
          </a:prstGeom>
          <a:ln w="12700">
            <a:solidFill>
              <a:schemeClr val="accent2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85421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493E13-31A7-492F-B8BE-39E03ABB0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Использованные технологии</a:t>
            </a:r>
          </a:p>
        </p:txBody>
      </p:sp>
      <p:pic>
        <p:nvPicPr>
          <p:cNvPr id="4" name="Picture 2" descr="Picture background">
            <a:extLst>
              <a:ext uri="{FF2B5EF4-FFF2-40B4-BE49-F238E27FC236}">
                <a16:creationId xmlns:a16="http://schemas.microsoft.com/office/drawing/2014/main" id="{1C0C218C-6E4B-4981-4A50-71176F547DB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8742" y="2139229"/>
            <a:ext cx="2945704" cy="15909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6" descr="Picture background">
            <a:extLst>
              <a:ext uri="{FF2B5EF4-FFF2-40B4-BE49-F238E27FC236}">
                <a16:creationId xmlns:a16="http://schemas.microsoft.com/office/drawing/2014/main" id="{F2196385-F4C9-EDB8-36CA-D5B532188E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7438" y="2526737"/>
            <a:ext cx="2815006" cy="81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Изображение выглядит как Графика, графический дизайн, Шрифт, логотип&#10;&#10;Автоматически созданное описание">
            <a:extLst>
              <a:ext uri="{FF2B5EF4-FFF2-40B4-BE49-F238E27FC236}">
                <a16:creationId xmlns:a16="http://schemas.microsoft.com/office/drawing/2014/main" id="{7BA2AEC2-A735-D9E5-869B-6B429232E1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846441" y="3953830"/>
            <a:ext cx="1770306" cy="17703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B4B183F-525B-42A5-820B-71DECA81E6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7438" y="3953830"/>
            <a:ext cx="1613691" cy="1615744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1596E099-1A98-41CC-B5B5-B9C4286B36D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3759" y="3912889"/>
            <a:ext cx="1697625" cy="169762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69B82C59-220D-44D4-B65B-65D3B58FE48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3303" y="4345454"/>
            <a:ext cx="1022256" cy="11707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1097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778B226-56CC-49B0-8D8E-709CDDCE9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533401"/>
            <a:ext cx="4083424" cy="1382156"/>
          </a:xfrm>
        </p:spPr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Модель базы данных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1B75D2A9-217A-4891-8104-CF6787A773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651534"/>
            <a:ext cx="6549087" cy="5946490"/>
          </a:xfrm>
        </p:spPr>
      </p:pic>
    </p:spTree>
    <p:extLst>
      <p:ext uri="{BB962C8B-B14F-4D97-AF65-F5344CB8AC3E}">
        <p14:creationId xmlns:p14="http://schemas.microsoft.com/office/powerpoint/2010/main" val="13186821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012AE5-BEF8-4E09-866B-DFA0B3D47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Разработка интерфейса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7097CA7-84CD-4AB7-8495-B3D898BE9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754192"/>
            <a:ext cx="3756542" cy="480002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47F4C11A-B6C3-4B64-B0F0-8E059CE5CD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1623" y="1754192"/>
            <a:ext cx="4999859" cy="4803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6011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FE9B565-4C69-4C60-9EA5-34B85DAE06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21388" cy="342899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6BDE951-437F-4C79-9382-148DE6837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3428999"/>
            <a:ext cx="7521388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943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B8EC58F9-2998-468A-8032-12FE983917C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61911" y="1432363"/>
            <a:ext cx="8564696" cy="3993273"/>
          </a:xfrm>
        </p:spPr>
      </p:pic>
    </p:spTree>
    <p:extLst>
      <p:ext uri="{BB962C8B-B14F-4D97-AF65-F5344CB8AC3E}">
        <p14:creationId xmlns:p14="http://schemas.microsoft.com/office/powerpoint/2010/main" val="566482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8DBEB16D-9CF7-492A-A5CE-1EFA72599B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76782" y="887085"/>
            <a:ext cx="10045402" cy="5083829"/>
          </a:xfrm>
        </p:spPr>
      </p:pic>
    </p:spTree>
    <p:extLst>
      <p:ext uri="{BB962C8B-B14F-4D97-AF65-F5344CB8AC3E}">
        <p14:creationId xmlns:p14="http://schemas.microsoft.com/office/powerpoint/2010/main" val="1427184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2490AE52-DC56-4948-98B0-74DEEA3712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0953" y="227625"/>
            <a:ext cx="9906000" cy="2227719"/>
          </a:xfr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884BA06F-2635-4AB5-8237-0446987663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953" y="2691704"/>
            <a:ext cx="5582429" cy="326753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F3978E7-DF18-43C7-880D-91C8D324172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2079" y="2691705"/>
            <a:ext cx="3694874" cy="3267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696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585DED0D-B55C-4B82-80CC-8504C54D507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0" y="0"/>
            <a:ext cx="5356412" cy="68634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class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ProductController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extends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Controller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function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index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{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categories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Category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kumimoji="0" lang="ru-RU" altLang="ru-RU" sz="1000" b="0" i="1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all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products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kumimoji="0" lang="ru-RU" altLang="ru-RU" sz="1000" b="0" i="1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all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view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products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compact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categories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products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function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filterByCategory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request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{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categories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Category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kumimoji="0" lang="ru-RU" altLang="ru-RU" sz="1000" b="0" i="1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all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selectedCategory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request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input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category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product_id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kumimoji="0" lang="ru-RU" altLang="ru-RU" sz="1000" b="0" i="1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find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request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input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product_id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selectedCategory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category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Category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kumimoji="0" lang="ru-RU" altLang="ru-RU" sz="1000" b="0" i="1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where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name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selectedCategory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first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products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category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products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else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products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[];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view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products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compact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categories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products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product_id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function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create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{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auth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user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is_admin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categories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Category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::</a:t>
            </a:r>
            <a:r>
              <a:rPr kumimoji="0" lang="ru-RU" altLang="ru-RU" sz="1000" b="0" i="1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all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view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admin.products.create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compact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categories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else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abort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403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function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create_category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{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auth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user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is_admin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view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admin.products.create_category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else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{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abort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1750EB"/>
                </a:solidFill>
                <a:effectLst/>
                <a:latin typeface="JetBrains Mono"/>
              </a:rPr>
              <a:t>403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7">
            <a:extLst>
              <a:ext uri="{FF2B5EF4-FFF2-40B4-BE49-F238E27FC236}">
                <a16:creationId xmlns:a16="http://schemas.microsoft.com/office/drawing/2014/main" id="{691B16AD-79E6-4E58-870C-237A1C6AAF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6412" y="24186"/>
            <a:ext cx="4258643" cy="686341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function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store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request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{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auth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user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is_admin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request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validate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([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name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=&gt;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required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price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=&gt;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required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description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=&gt;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required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category_id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=&gt;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required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image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=&gt;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'required|image|mimes:jpeg,png,jpg,gif,svg|max:2048'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]);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product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Product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product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name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request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input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name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product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price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request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input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price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product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description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request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input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description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product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category_id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request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input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category_id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product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image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this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uploadPhoto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request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product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save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back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with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success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Product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created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successfully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.'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function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uploadPhoto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request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{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path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request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file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image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store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products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public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path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public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function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storeCategory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Request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request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{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if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auth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user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is_admin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 {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request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7A6"/>
                </a:solidFill>
                <a:effectLst/>
                <a:latin typeface="JetBrains Mono"/>
              </a:rPr>
              <a:t>validate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([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name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=&gt;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required|unique:categories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]);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category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new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JetBrains Mono"/>
              </a:rPr>
              <a:t>Category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category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name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request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input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name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category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description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871094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=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request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input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description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$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660000"/>
                </a:solidFill>
                <a:effectLst/>
                <a:latin typeface="JetBrains Mono"/>
              </a:rPr>
              <a:t>category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save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   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return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033B3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back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()-&gt;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0627A"/>
                </a:solidFill>
                <a:effectLst/>
                <a:latin typeface="JetBrains Mono"/>
              </a:rPr>
              <a:t>with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(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success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, 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'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Category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created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 </a:t>
            </a:r>
            <a:r>
              <a:rPr kumimoji="0" lang="ru-RU" altLang="ru-RU" sz="1000" b="0" i="0" u="none" strike="noStrike" cap="none" normalizeH="0" baseline="0" dirty="0" err="1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successfully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67D17"/>
                </a:solidFill>
                <a:effectLst/>
                <a:latin typeface="JetBrains Mono"/>
              </a:rPr>
              <a:t>.'</a:t>
            </a: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);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    }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    }</a:t>
            </a:r>
            <a:b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</a:br>
            <a:r>
              <a:rPr kumimoji="0" lang="ru-RU" altLang="ru-RU" sz="1000" b="0" i="0" u="none" strike="noStrike" cap="none" normalizeH="0" baseline="0" dirty="0">
                <a:ln>
                  <a:noFill/>
                </a:ln>
                <a:solidFill>
                  <a:srgbClr val="080808"/>
                </a:solidFill>
                <a:effectLst/>
                <a:latin typeface="JetBrains Mono"/>
              </a:rPr>
              <a:t>}</a:t>
            </a: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078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08D3D46-2774-4E8E-A3E1-4F5604E586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>
                <a:solidFill>
                  <a:schemeClr val="accent2"/>
                </a:solidFill>
              </a:rPr>
              <a:t>Заключение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6F86FBA-104C-43F0-903A-962F659F85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ru-RU" sz="2800" b="1" dirty="0"/>
              <a:t>В результате прохождения курсового проектирования, мною были приобретены и отточены практические навыки программирования. Данная работа включала в себя решение почти всех поставленных задач, начиная от знакомства с предметной областью и заканчивая разработкой самого сайта. На этапе проектирования был успешно создан сайт с использованием средств программы </a:t>
            </a:r>
            <a:r>
              <a:rPr lang="ru-RU" sz="2800" b="1" dirty="0" err="1"/>
              <a:t>PHPStorm</a:t>
            </a:r>
            <a:r>
              <a:rPr lang="ru-RU" sz="2800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7945532"/>
      </p:ext>
    </p:extLst>
  </p:cSld>
  <p:clrMapOvr>
    <a:masterClrMapping/>
  </p:clrMapOvr>
</p:sld>
</file>

<file path=ppt/theme/theme1.xml><?xml version="1.0" encoding="utf-8"?>
<a:theme xmlns:a="http://schemas.openxmlformats.org/drawingml/2006/main" name="AngleLinesVTI">
  <a:themeElements>
    <a:clrScheme name="AnalogousFromLightSeedLeftStep">
      <a:dk1>
        <a:srgbClr val="000000"/>
      </a:dk1>
      <a:lt1>
        <a:srgbClr val="FFFFFF"/>
      </a:lt1>
      <a:dk2>
        <a:srgbClr val="1B2F2C"/>
      </a:dk2>
      <a:lt2>
        <a:srgbClr val="F0F0F3"/>
      </a:lt2>
      <a:accent1>
        <a:srgbClr val="A7A259"/>
      </a:accent1>
      <a:accent2>
        <a:srgbClr val="D99147"/>
      </a:accent2>
      <a:accent3>
        <a:srgbClr val="E38379"/>
      </a:accent3>
      <a:accent4>
        <a:srgbClr val="DD5C85"/>
      </a:accent4>
      <a:accent5>
        <a:srgbClr val="E379C8"/>
      </a:accent5>
      <a:accent6>
        <a:srgbClr val="C95CDD"/>
      </a:accent6>
      <a:hlink>
        <a:srgbClr val="6C71B0"/>
      </a:hlink>
      <a:folHlink>
        <a:srgbClr val="7F7F7F"/>
      </a:folHlink>
    </a:clrScheme>
    <a:fontScheme name="Walbaum Light Univers Light">
      <a:majorFont>
        <a:latin typeface="Walbaum Display Light"/>
        <a:ea typeface=""/>
        <a:cs typeface=""/>
      </a:majorFont>
      <a:minorFont>
        <a:latin typeface="Univers Condensed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ngleLinesVTI" id="{BC1FC193-C72F-4761-9899-1105EDF6BAE8}" vid="{64612625-F022-44B7-B9FA-9D26DEDBDC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708</Words>
  <Application>Microsoft Office PowerPoint</Application>
  <PresentationFormat>Широкоэкранный</PresentationFormat>
  <Paragraphs>9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5" baseType="lpstr">
      <vt:lpstr>Arial</vt:lpstr>
      <vt:lpstr>JetBrains Mono</vt:lpstr>
      <vt:lpstr>Univers Condensed Light</vt:lpstr>
      <vt:lpstr>Walbaum Display Light</vt:lpstr>
      <vt:lpstr>AngleLinesVTI</vt:lpstr>
      <vt:lpstr>Ефремов Иван Андреевич гр 2994</vt:lpstr>
      <vt:lpstr>Использованные технологии</vt:lpstr>
      <vt:lpstr>Модель базы данных</vt:lpstr>
      <vt:lpstr>Разработка интерфейса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Заключение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Ефремов Иван Андреевич гр 2994</dc:title>
  <dc:creator>Ефремов Ваня</dc:creator>
  <cp:lastModifiedBy>Ефремов Ваня</cp:lastModifiedBy>
  <cp:revision>1</cp:revision>
  <dcterms:created xsi:type="dcterms:W3CDTF">2024-04-29T13:27:14Z</dcterms:created>
  <dcterms:modified xsi:type="dcterms:W3CDTF">2024-04-29T13:59:45Z</dcterms:modified>
</cp:coreProperties>
</file>